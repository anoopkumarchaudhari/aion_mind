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6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AriamindX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Pricing, Credits &amp; Provider Cost Sheet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 profit on provider cost  ·  user charge = provider cost x 3.0  ·  1 credit = $0.01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JB Crownstone · reviewed 2026-06-09 · Sarvam AI rows are placeholders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plans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Credits map directly to dollars; margins preserve the 3.0x model.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8346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 safe provider 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profit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$0.17 (marketing)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Negative by design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$8.00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2,900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$9.67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$19.33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7,900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$26.33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$52.67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$199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19,900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$66.33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$132.67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API rates (USD)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models, per 1M tokens. Sarvam AI = India, placeholder rates.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 / 1M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Output / 1M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$30.00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GPT-5.4 mini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$0.75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Anthropic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Opus 4.8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Anthropic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3.1 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DeepSeek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V4 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$0.435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$0.87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Grok 4.3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$2.50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 AI (IN)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Sarvam-M  *placeholder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$2.00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 AI (IN)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Sarvam-2B  *placeholder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cost → credits (3.0x)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Assumes 3,000 input + 1,000 output tokens, no cache/tools.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4688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/ model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cost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 @ 3.0x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 GPT-5.5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$0.045000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Opus 4.8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$0.040000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3.5 Flash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$0.013500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GPT-5.4 mini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$0.006750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Sarvam-M (IN) *placeholder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$0.003500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DeepSeek V4 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$0.002175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credit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Sarvam-2B (IN) *placeholder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$0.001200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credit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feature prices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Shown in-app once credit tracking is live. '+' = meter and add more.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374904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Credits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 Mind short message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1K image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 Mind normal message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2K image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 Mind long message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4K image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Attachment / file analysis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150+ (quoted)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web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TTS (1K chars)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 Research answer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3-15+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Speech-to-text (hr)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 Analyzer answer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70+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agent (min)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4F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unlimited AI — credits gate every route.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credits before the provider call; capture exact cost after.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 max(product minimum, actual provider cost x 3.0).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charges the selected engine; Analyzer charges all candidates + live search + judge.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search, tools, attachments, video, voice, dubbing are additive.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Runware/ElevenLabs: quote from returned cost / characters before generating.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the request if balance is below the reservation.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per-user spend caps + provider kill switches.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F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Sarvam placeholder rates with official figures before publishing.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JB Crownstone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AriamindX Pricing &amp; Provider Cost Sheet</dc:title>
  <dc:subject>PptxGenJS Presentation</dc:subject>
  <dc:creator>AriamindX</dc:creator>
  <cp:lastModifiedBy>AriamindX</cp:lastModifiedBy>
  <cp:revision>1</cp:revision>
  <dcterms:created xsi:type="dcterms:W3CDTF">2026-06-19T12:38:59Z</dcterms:created>
  <dcterms:modified xsi:type="dcterms:W3CDTF">2026-06-19T12:38:59Z</dcterms:modified>
</cp:coreProperties>
</file>